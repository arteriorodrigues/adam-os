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3" r:id="rId6"/>
    <p:sldId id="264" r:id="rId7"/>
    <p:sldId id="265" r:id="rId8"/>
    <p:sldId id="260" r:id="rId9"/>
    <p:sldId id="261" r:id="rId10"/>
    <p:sldId id="262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outlineView">
  <p:normalViewPr showOutlineIcons="0">
    <p:restoredLeft sz="6963"/>
    <p:restoredTop sz="91445"/>
  </p:normalViewPr>
  <p:slideViewPr>
    <p:cSldViewPr snapToGrid="0" snapToObjects="1">
      <p:cViewPr>
        <p:scale>
          <a:sx n="167" d="100"/>
          <a:sy n="167" d="100"/>
        </p:scale>
        <p:origin x="1608" y="6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86514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AdamOS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457200" y="17830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Unix-Like Operating System from Scratch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32-bit x86 kernel  ·  C &amp; NASM assembly  ·  QEMU emulated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34340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Arterio Rodrigues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669280" y="4206240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boot AdamOS..._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1554480" cy="23774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0F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Motivation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build an OS from scratch?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11480" y="107899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508760"/>
            <a:ext cx="2651760" cy="3200400"/>
          </a:xfrm>
          <a:prstGeom prst="rect">
            <a:avLst/>
          </a:prstGeom>
          <a:solidFill>
            <a:srgbClr val="0D1B2E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1508760"/>
            <a:ext cx="265176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4360" y="16733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 something useable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2148840"/>
            <a:ext cx="2331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toy tutorial OS, but a system with real processes, user programs, and a GUI — something that actually does something.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91840" y="1508760"/>
            <a:ext cx="2651760" cy="3200400"/>
          </a:xfrm>
          <a:prstGeom prst="rect">
            <a:avLst/>
          </a:prstGeom>
          <a:solidFill>
            <a:srgbClr val="0D1B2E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91840" y="1508760"/>
            <a:ext cx="265176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474720" y="16733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Understand the abstractions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74720" y="2148840"/>
            <a:ext cx="2331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wanted to know exactly what happens underneath the code — syscalls, scheduling, page faults, memory management, all of it.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72200" y="1508760"/>
            <a:ext cx="2651760" cy="3200400"/>
          </a:xfrm>
          <a:prstGeom prst="rect">
            <a:avLst/>
          </a:prstGeom>
          <a:solidFill>
            <a:srgbClr val="0D1B2E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172200" y="1508760"/>
            <a:ext cx="265176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355080" y="16733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Inspiration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355080" y="2148840"/>
            <a:ext cx="2331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creators I look up to make cool systems projects — The Cherno, ThePrimeagen, Terry Davis. I wanted to try making one myself.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1554480" cy="237744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0F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Background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Background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11480" y="107899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and references used throughout the project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508760"/>
            <a:ext cx="4114800" cy="3200400"/>
          </a:xfrm>
          <a:prstGeom prst="rect">
            <a:avLst/>
          </a:prstGeom>
          <a:solidFill>
            <a:srgbClr val="0D1B2E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1508760"/>
            <a:ext cx="4114800" cy="54864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12648" y="1655064"/>
            <a:ext cx="3767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Knowledge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12648" y="1892808"/>
            <a:ext cx="3767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OSDev Wiki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12648" y="2377440"/>
            <a:ext cx="376732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Community-maintained reference for x86 bootstrapping, GDT/IDT setup, ATA drivers, and paging. Used extensively during initial kernel bring-up and driver development.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00600" y="1508760"/>
            <a:ext cx="4114800" cy="3200400"/>
          </a:xfrm>
          <a:prstGeom prst="rect">
            <a:avLst/>
          </a:prstGeom>
          <a:solidFill>
            <a:srgbClr val="0D1B2E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800600" y="1508760"/>
            <a:ext cx="4114800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01768" y="1655064"/>
            <a:ext cx="3767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Assistance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01768" y="1892808"/>
            <a:ext cx="3767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(Sonnet 4.6)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001768" y="2377440"/>
            <a:ext cx="376732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that helped fill gaps in my knowledge base. Most of the assembly code was written with help from Claude and the OSDev community.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1554480" cy="23774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0F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11480" y="107899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subsystems working together — from BIOS boot to ring-3 user processes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417320"/>
            <a:ext cx="4069080" cy="594360"/>
          </a:xfrm>
          <a:prstGeom prst="rect">
            <a:avLst/>
          </a:prstGeom>
          <a:solidFill>
            <a:srgbClr val="0D1B2E"/>
          </a:solidFill>
          <a:ln w="1016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1417320"/>
            <a:ext cx="54864" cy="5943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76072" y="1481328"/>
            <a:ext cx="3813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Bootloader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76072" y="1728216"/>
            <a:ext cx="3813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16-bit → BIOS int 0x13 → GDT 6 entries → protected mode → 0x1000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1480" y="2093976"/>
            <a:ext cx="4069080" cy="594360"/>
          </a:xfrm>
          <a:prstGeom prst="rect">
            <a:avLst/>
          </a:prstGeom>
          <a:solidFill>
            <a:srgbClr val="0D1B2E"/>
          </a:solidFill>
          <a:ln w="1016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11480" y="2093976"/>
            <a:ext cx="54864" cy="5943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76072" y="2157984"/>
            <a:ext cx="3813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 Scheduler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76072" y="2404872"/>
            <a:ext cx="3813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Round-robin, PIT 100Hz, 20-tick quantum, PCB linked list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11480" y="2770632"/>
            <a:ext cx="4069080" cy="594360"/>
          </a:xfrm>
          <a:prstGeom prst="rect">
            <a:avLst/>
          </a:prstGeom>
          <a:solidFill>
            <a:srgbClr val="0D1B2E"/>
          </a:solidFill>
          <a:ln w="1016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11480" y="2770632"/>
            <a:ext cx="54864" cy="5943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76072" y="2834640"/>
            <a:ext cx="3813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Virtual Memory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76072" y="3081528"/>
            <a:ext cx="3813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4KB paging, per-process page dirs, kernel identity-mapped first 1MB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11480" y="3447288"/>
            <a:ext cx="4069080" cy="594360"/>
          </a:xfrm>
          <a:prstGeom prst="rect">
            <a:avLst/>
          </a:prstGeom>
          <a:solidFill>
            <a:srgbClr val="0D1B2E"/>
          </a:solidFill>
          <a:ln w="1016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11480" y="3447288"/>
            <a:ext cx="54864" cy="59436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76072" y="3511296"/>
            <a:ext cx="3813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Syscalls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76072" y="3758184"/>
            <a:ext cx="3813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syscalls via int 0x80 — process control, file I/O, GUI calls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54880" y="1417320"/>
            <a:ext cx="4069080" cy="594360"/>
          </a:xfrm>
          <a:prstGeom prst="rect">
            <a:avLst/>
          </a:prstGeom>
          <a:solidFill>
            <a:srgbClr val="0D1B2E"/>
          </a:solidFill>
          <a:ln w="1016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754880" y="1417320"/>
            <a:ext cx="54864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919472" y="1481328"/>
            <a:ext cx="3813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FAT16 Filesystem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919472" y="1728216"/>
            <a:ext cx="3813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FS on virtual ATA PIO disk — read, write, create, traverse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54880" y="2093976"/>
            <a:ext cx="4069080" cy="594360"/>
          </a:xfrm>
          <a:prstGeom prst="rect">
            <a:avLst/>
          </a:prstGeom>
          <a:solidFill>
            <a:srgbClr val="0D1B2E"/>
          </a:solidFill>
          <a:ln w="10160">
            <a:solidFill>
              <a:srgbClr val="F09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754880" y="2093976"/>
            <a:ext cx="54864" cy="594360"/>
          </a:xfrm>
          <a:prstGeom prst="rect">
            <a:avLst/>
          </a:prstGeom>
          <a:solidFill>
            <a:srgbClr val="F0997B"/>
          </a:solidFill>
          <a:ln w="12700">
            <a:solidFill>
              <a:srgbClr val="F09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919472" y="2157984"/>
            <a:ext cx="3813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Window Management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919472" y="2404872"/>
            <a:ext cx="3813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VBE GUI — kernel manages window creation, z-order, compositor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754880" y="2770632"/>
            <a:ext cx="4069080" cy="594360"/>
          </a:xfrm>
          <a:prstGeom prst="rect">
            <a:avLst/>
          </a:prstGeom>
          <a:solidFill>
            <a:srgbClr val="0D1B2E"/>
          </a:solidFill>
          <a:ln w="10160">
            <a:solidFill>
              <a:srgbClr val="D45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754880" y="2770632"/>
            <a:ext cx="54864" cy="594360"/>
          </a:xfrm>
          <a:prstGeom prst="rect">
            <a:avLst/>
          </a:prstGeom>
          <a:solidFill>
            <a:srgbClr val="D4537E"/>
          </a:solidFill>
          <a:ln w="12700">
            <a:solidFill>
              <a:srgbClr val="D45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919472" y="2834640"/>
            <a:ext cx="3813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Drivers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919472" y="3081528"/>
            <a:ext cx="3813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VGA text, VBE graphics, keyboard, mouse, PIT timer, ATA disk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754880" y="3447288"/>
            <a:ext cx="4069080" cy="594360"/>
          </a:xfrm>
          <a:prstGeom prst="rect">
            <a:avLst/>
          </a:prstGeom>
          <a:solidFill>
            <a:srgbClr val="0D1B2E"/>
          </a:solidFill>
          <a:ln w="10160">
            <a:solidFill>
              <a:srgbClr val="8887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754880" y="3447288"/>
            <a:ext cx="54864" cy="594360"/>
          </a:xfrm>
          <a:prstGeom prst="rect">
            <a:avLst/>
          </a:prstGeom>
          <a:solidFill>
            <a:srgbClr val="888780"/>
          </a:solidFill>
          <a:ln w="12700">
            <a:solidFill>
              <a:srgbClr val="8887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919472" y="3511296"/>
            <a:ext cx="3813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User-Space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919472" y="3758184"/>
            <a:ext cx="3813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Shell + programs in ring 3, isolated address spaces, via syscalls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1554480" cy="23774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0F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Boot  1 / 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CPU &amp; Hardware Init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11480" y="1087459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Bootloader  ·  kernel entry point  ·  GDT &amp; IDT  ·  PIC remap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508760"/>
            <a:ext cx="2651760" cy="3200400"/>
          </a:xfrm>
          <a:prstGeom prst="rect">
            <a:avLst/>
          </a:prstGeom>
          <a:solidFill>
            <a:srgbClr val="0D1B2E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1508760"/>
            <a:ext cx="265176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4360" y="16733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Bootloader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2148840"/>
            <a:ext cx="2331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BIOS loads 512-byte boot sector to 0x7C00. BIOS int 0x13 reads 50 sectors of the kernel into 0x1000.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GDT is written (6 entries). CR0 PE bit set. Far jump flushes pipeline. Kernel is now running in 32-bit protected mode.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91840" y="1508760"/>
            <a:ext cx="2651760" cy="3200400"/>
          </a:xfrm>
          <a:prstGeom prst="rect">
            <a:avLst/>
          </a:prstGeom>
          <a:solidFill>
            <a:srgbClr val="0D1B2E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91840" y="1508760"/>
            <a:ext cx="2651760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474720" y="16733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Kernel Entry Point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74720" y="2148840"/>
            <a:ext cx="2331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kernel-entry.asm at 0x1000 calls kernel_main() — control passes to C, never returns.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72200" y="1508760"/>
            <a:ext cx="2651760" cy="3200400"/>
          </a:xfrm>
          <a:prstGeom prst="rect">
            <a:avLst/>
          </a:prstGeom>
          <a:solidFill>
            <a:srgbClr val="0D1B2E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172200" y="1508760"/>
            <a:ext cx="2651760" cy="54864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355080" y="16733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GDT &amp; IDT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355080" y="2148840"/>
            <a:ext cx="2331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GDT entries: null, kernel code/data (ring 0), user code/data (ring 3), TSS. lgdt loads the register.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 IDT entries. CPU exceptions 0–19 registered. PIC remapped: IRQs → 0x20–0x2F. Syscall gate at 0x80.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1554480" cy="23774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0F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Boot  2 / 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 &amp; Drivers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11480" y="107899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allocator  ·  paging  ·  kmalloc heap  ·  PIT  ·  keyboard  ·  mouse  ·  VBE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508760"/>
            <a:ext cx="2651760" cy="3200400"/>
          </a:xfrm>
          <a:prstGeom prst="rect">
            <a:avLst/>
          </a:prstGeom>
          <a:solidFill>
            <a:srgbClr val="0D1B2E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1508760"/>
            <a:ext cx="2651760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4360" y="16733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 Init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2148840"/>
            <a:ext cx="2331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Bitmap frame allocator initialised: 32 768 frames covering 128MB physical RAM.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identity-mapped 0x00000–0x400000 (virtual == physical). CR3 loaded, PG bit set. kmalloc heap at 0x100000 (3MB, first-fit).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91840" y="1508760"/>
            <a:ext cx="2651760" cy="3200400"/>
          </a:xfrm>
          <a:prstGeom prst="rect">
            <a:avLst/>
          </a:prstGeom>
          <a:solidFill>
            <a:srgbClr val="0D1B2E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91840" y="1508760"/>
            <a:ext cx="265176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474720" y="16733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Driver Init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74720" y="2148840"/>
            <a:ext cx="2331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Programmed Timer at 100Hz→ IRQ0 every 10ms.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keyboard on IRQ1 (scancode→ASCII). </a:t>
            </a:r>
          </a:p>
          <a:p>
            <a:pPr marL="0" indent="0">
              <a:buNone/>
            </a:pPr>
            <a:endParaRPr lang="en-US" sz="1200" dirty="0">
              <a:solidFill>
                <a:srgbClr val="94A3B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mouse on IRQ12 (3-byte packets). 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72200" y="1508760"/>
            <a:ext cx="2651760" cy="3200400"/>
          </a:xfrm>
          <a:prstGeom prst="rect">
            <a:avLst/>
          </a:prstGeom>
          <a:solidFill>
            <a:srgbClr val="0D1B2E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172200" y="1508760"/>
            <a:ext cx="265176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355080" y="16733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Interrupts Enabled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355080" y="2148840"/>
            <a:ext cx="2331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ISR stubs wired into the IDT before sti — timer, keyboard, mouse, and syscall gate are all registered.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 fires. The PIT immediately begins delivering IRQ0 at 100Hz. The scheduler is now live.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1554480" cy="23774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0F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Boot  3 / 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 Processes &amp; Scheduler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11480" y="107899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 PID 1  ·  init PID 2  ·  exec() pipeline  ·  round-robin context switch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508760"/>
            <a:ext cx="2651760" cy="3200400"/>
          </a:xfrm>
          <a:prstGeom prst="rect">
            <a:avLst/>
          </a:prstGeom>
          <a:solidFill>
            <a:srgbClr val="0D1B2E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1508760"/>
            <a:ext cx="265176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4360" y="16733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 Processes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2148840"/>
            <a:ext cx="2331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kernel_main() creates idle (PID 1) — an hlt loop that runs when nothing else is READY.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 2 (init) is created and immediately calls sys_exec('shell'). Shell becomes the foreground process at ring 3.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91840" y="1508760"/>
            <a:ext cx="2651760" cy="3200400"/>
          </a:xfrm>
          <a:prstGeom prst="rect">
            <a:avLst/>
          </a:prstGeom>
          <a:solidFill>
            <a:srgbClr val="0D1B2E"/>
          </a:solidFill>
          <a:ln w="12700">
            <a:solidFill>
              <a:srgbClr val="F09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91840" y="1508760"/>
            <a:ext cx="2651760" cy="54864"/>
          </a:xfrm>
          <a:prstGeom prst="rect">
            <a:avLst/>
          </a:prstGeom>
          <a:solidFill>
            <a:srgbClr val="F0997B"/>
          </a:solidFill>
          <a:ln w="12700">
            <a:solidFill>
              <a:srgbClr val="F099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474720" y="16733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exec() Pipeline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74720" y="2148840"/>
            <a:ext cx="2331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fat16_find() walks the FAT16 directory at LBA 2048. ata_read_sector() polls ATA PIO to load the binary.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pages cleared, binary mapped at 0x40000000, stack at 0x50000000. iret delivers the process to ring 3.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72200" y="1508760"/>
            <a:ext cx="2651760" cy="3200400"/>
          </a:xfrm>
          <a:prstGeom prst="rect">
            <a:avLst/>
          </a:prstGeom>
          <a:solidFill>
            <a:srgbClr val="0D1B2E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172200" y="1508760"/>
            <a:ext cx="265176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355080" y="16733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Round-Robin Scheduler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355080" y="2148840"/>
            <a:ext cx="2331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 IRQ0 fires every 10ms. ISR saves all registers (pushad) into the PCB.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20 ticks the quantum expires: CR3 swapped to the next READY process, TSS ESP0 updated, iret restores the new process. Repeats forever.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1554480" cy="23774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0F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 Management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11480" y="107899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  ·  exec  ·  scheduler  ·  virtual memory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14813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lifecycle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1810512"/>
            <a:ext cx="4023360" cy="566928"/>
          </a:xfrm>
          <a:prstGeom prst="rect">
            <a:avLst/>
          </a:prstGeom>
          <a:solidFill>
            <a:srgbClr val="0D1B2E"/>
          </a:solidFill>
          <a:ln w="889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187452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12140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queued, waiting for a scheduler tick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2468880"/>
            <a:ext cx="4023360" cy="566928"/>
          </a:xfrm>
          <a:prstGeom prst="rect">
            <a:avLst/>
          </a:prstGeom>
          <a:solidFill>
            <a:srgbClr val="0D1B2E"/>
          </a:solidFill>
          <a:ln w="889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253288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RUNNING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277977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Actively executing — has the CPU for its quantum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3127248"/>
            <a:ext cx="4023360" cy="566928"/>
          </a:xfrm>
          <a:prstGeom prst="rect">
            <a:avLst/>
          </a:prstGeom>
          <a:solidFill>
            <a:srgbClr val="0D1B2E"/>
          </a:solidFill>
          <a:ln w="889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319125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WAITING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343814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on I/O or waitpid(), not consuming CPU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" y="3785616"/>
            <a:ext cx="4023360" cy="566928"/>
          </a:xfrm>
          <a:prstGeom prst="rect">
            <a:avLst/>
          </a:prstGeom>
          <a:solidFill>
            <a:srgbClr val="0D1B2E"/>
          </a:solidFill>
          <a:ln w="889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8640" y="384962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ZOMBIE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409651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Exited, awaiting parent waitpid() to clean up PCB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09160" y="14813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highlights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1810512"/>
            <a:ext cx="4023360" cy="566928"/>
          </a:xfrm>
          <a:prstGeom prst="rect">
            <a:avLst/>
          </a:prstGeom>
          <a:solidFill>
            <a:srgbClr val="0D1B2E"/>
          </a:solidFill>
          <a:ln w="889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46320" y="187452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 switch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46320" y="212140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iret to ring 3 · pushad/popad saves CPU state into PCB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09160" y="2468880"/>
            <a:ext cx="4023360" cy="566928"/>
          </a:xfrm>
          <a:prstGeom prst="rect">
            <a:avLst/>
          </a:prstGeom>
          <a:solidFill>
            <a:srgbClr val="0D1B2E"/>
          </a:solidFill>
          <a:ln w="889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846320" y="253288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fork()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46320" y="277977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Deep-copy page directory · child gets eax = 0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09160" y="3127248"/>
            <a:ext cx="4023360" cy="566928"/>
          </a:xfrm>
          <a:prstGeom prst="rect">
            <a:avLst/>
          </a:prstGeom>
          <a:solidFill>
            <a:srgbClr val="0D1B2E"/>
          </a:solidFill>
          <a:ln w="889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46320" y="319125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exec()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46320" y="343814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flat binary at 0x40000000 · clear user pages · reset regs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09160" y="3785616"/>
            <a:ext cx="4023360" cy="566928"/>
          </a:xfrm>
          <a:prstGeom prst="rect">
            <a:avLst/>
          </a:prstGeom>
          <a:solidFill>
            <a:srgbClr val="0D1B2E"/>
          </a:solidFill>
          <a:ln w="889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846320" y="384962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Scheduler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846320" y="409651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 · 20-tick quantum · driven by 100Hz PIT IRQ0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1554480" cy="2377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0F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GUI &amp; Window Management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11480" y="107899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VBE pixel framebuffer  ·  kernel-resident compositor  ·  event queue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508760"/>
            <a:ext cx="2651760" cy="3200400"/>
          </a:xfrm>
          <a:prstGeom prst="rect">
            <a:avLst/>
          </a:prstGeom>
          <a:solidFill>
            <a:srgbClr val="0D1B2E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1508760"/>
            <a:ext cx="265176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4360" y="16733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VBE Framebuffer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2148840"/>
            <a:ext cx="2331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Pixel-addressable display with double-buffered rendering. Back buffer is blitted to the screen on sys_flush() via vga_flip().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91840" y="1508760"/>
            <a:ext cx="2651760" cy="3200400"/>
          </a:xfrm>
          <a:prstGeom prst="rect">
            <a:avLst/>
          </a:prstGeom>
          <a:solidFill>
            <a:srgbClr val="0D1B2E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91840" y="1508760"/>
            <a:ext cx="2651760" cy="54864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474720" y="16733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Window Manager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74720" y="2148840"/>
            <a:ext cx="2331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list of windows with z-ordering, drag by title bar, close button, and focus management — all handled in ring 0.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72200" y="1508760"/>
            <a:ext cx="2651760" cy="3200400"/>
          </a:xfrm>
          <a:prstGeom prst="rect">
            <a:avLst/>
          </a:prstGeom>
          <a:solidFill>
            <a:srgbClr val="0D1B2E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172200" y="1508760"/>
            <a:ext cx="2651760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355080" y="16733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 System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355080" y="2148840"/>
            <a:ext cx="2331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 buffer of 64 events per window. keypress, mouse move, and click events are dispatched from the ISR to the focused window.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1554480" cy="237744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0F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Syscalls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Syscall Interface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11480" y="107899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syscalls via int 0x80 — the only bridge between user-space and the kernel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508760"/>
            <a:ext cx="2651760" cy="3200400"/>
          </a:xfrm>
          <a:prstGeom prst="rect">
            <a:avLst/>
          </a:prstGeom>
          <a:solidFill>
            <a:srgbClr val="0D1B2E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1508760"/>
            <a:ext cx="265176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4360" y="16733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 Control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2148840"/>
            <a:ext cx="2331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exit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fork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getpid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exec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kill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waitpid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sleep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ps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91840" y="1508760"/>
            <a:ext cx="2651760" cy="3200400"/>
          </a:xfrm>
          <a:prstGeom prst="rect">
            <a:avLst/>
          </a:prstGeom>
          <a:solidFill>
            <a:srgbClr val="0D1B2E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91840" y="1508760"/>
            <a:ext cx="265176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474720" y="16733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 I/O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74720" y="2148840"/>
            <a:ext cx="2331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read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write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open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close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create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poll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uptime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72200" y="1508760"/>
            <a:ext cx="2651760" cy="3200400"/>
          </a:xfrm>
          <a:prstGeom prst="rect">
            <a:avLst/>
          </a:prstGeom>
          <a:solidFill>
            <a:srgbClr val="0D1B2E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172200" y="1508760"/>
            <a:ext cx="265176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355080" y="16733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GUI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355080" y="2148840"/>
            <a:ext cx="2331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create_window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create_rect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create_text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get_event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destroy_window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flush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cs typeface="Calibri" pitchFamily="34" charset="-120"/>
              </a:rPr>
              <a:t>24 create_line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097280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Day in the Life of a Process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11480" y="20116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program is born, reads files, draws windows, forks children, and dies inside AdamOS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11480" y="3246120"/>
            <a:ext cx="1261872" cy="3474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3246120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0F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Birth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837944" y="3246120"/>
            <a:ext cx="1261872" cy="34747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837944" y="3246120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0F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64408" y="3246120"/>
            <a:ext cx="1261872" cy="347472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64408" y="3246120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0F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90872" y="3246120"/>
            <a:ext cx="1261872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690872" y="3246120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0F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GUI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17336" y="3246120"/>
            <a:ext cx="1261872" cy="3474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117336" y="3246120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0F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Fork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543800" y="3246120"/>
            <a:ext cx="1261872" cy="3474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543800" y="3246120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0F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Death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1554480" cy="23774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0F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Lifecycle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Born, Running &amp; Gone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11480" y="107899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lifecycle of PID #42 — from fork() to kfree(pcb)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508760"/>
            <a:ext cx="2651760" cy="3200400"/>
          </a:xfrm>
          <a:prstGeom prst="rect">
            <a:avLst/>
          </a:prstGeom>
          <a:solidFill>
            <a:srgbClr val="0D1B2E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1508760"/>
            <a:ext cx="265176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4360" y="16733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Born — fork() + exec()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2148840"/>
            <a:ext cx="2331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shell calls fork(). A copy of the parent's page directory is made and the child wakes with eax=0.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exec() wipes the address space and loads a new binary off FAT16 disk at 0x40000000. iret delivers it to ring 3.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91840" y="1508760"/>
            <a:ext cx="2651760" cy="3200400"/>
          </a:xfrm>
          <a:prstGeom prst="rect">
            <a:avLst/>
          </a:prstGeom>
          <a:solidFill>
            <a:srgbClr val="0D1B2E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91840" y="1508760"/>
            <a:ext cx="2651760" cy="5486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474720" y="16733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Running — scheduler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74720" y="2148840"/>
            <a:ext cx="2331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round-robin scheduler gives the process 20 ticks at 100Hz (200ms). The PIT fires IRQ0 every 10ms.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each quantum expiry the CPU state is saved into the PCB and CR3 is swapped to the next READY process.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72200" y="1508760"/>
            <a:ext cx="2651760" cy="3200400"/>
          </a:xfrm>
          <a:prstGeom prst="rect">
            <a:avLst/>
          </a:prstGeom>
          <a:solidFill>
            <a:srgbClr val="0D1B2E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172200" y="1508760"/>
            <a:ext cx="265176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355080" y="16733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Dead — exit() + zombie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355080" y="2148840"/>
            <a:ext cx="2331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exit() removes the process from the scheduler and marks it ZOMBIE. The parent's waitpid() unblocks.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user pages freed to the bitmap, FDs closed, kernel stack freed, PCB deallocated.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1554480" cy="237744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20116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0F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Interactions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50292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a Process Uses the OS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11480" y="107899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I/O, GUI, and spawning children — all via int 0x80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508760"/>
            <a:ext cx="2651760" cy="3200400"/>
          </a:xfrm>
          <a:prstGeom prst="rect">
            <a:avLst/>
          </a:prstGeom>
          <a:solidFill>
            <a:srgbClr val="0D1B2E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1508760"/>
            <a:ext cx="2651760" cy="54864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4360" y="16733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Opening a File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2148840"/>
            <a:ext cx="2331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sys_open("notes.txt") via int 0x80 triggers the kernel to walk the FAT16 directory at LBA 2048.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ata_read_sector() polls ATA PIO to load sectors. The process gets back fd=2 — a slot in its PCB FD table.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91840" y="1508760"/>
            <a:ext cx="2651760" cy="3200400"/>
          </a:xfrm>
          <a:prstGeom prst="rect">
            <a:avLst/>
          </a:prstGeom>
          <a:solidFill>
            <a:srgbClr val="0D1B2E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91840" y="1508760"/>
            <a:ext cx="265176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474720" y="16733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Drawing a Window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74720" y="2148840"/>
            <a:ext cx="2331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sys_create_window() allocates a window_t with its own pixel buffer and event ring (64 slots).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sys_flush() triggers wm_composite() — back-to-front blit onto the VBE framebuffer. sys_get_event() polls for input.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72200" y="1508760"/>
            <a:ext cx="2651760" cy="3200400"/>
          </a:xfrm>
          <a:prstGeom prst="rect">
            <a:avLst/>
          </a:prstGeom>
          <a:solidFill>
            <a:srgbClr val="0D1B2E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172200" y="1508760"/>
            <a:ext cx="2651760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355080" y="1673352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Forking a Child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355080" y="2148840"/>
            <a:ext cx="2331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sys_fork() deep-copies the page directory. Both parent and child return from fork() — child sees eax=0, parent sees the child's PID.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calls waitpid() and enters WAITING until the child exits.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1433</Words>
  <Application>Microsoft Macintosh PowerPoint</Application>
  <PresentationFormat>On-screen Show (16:9)</PresentationFormat>
  <Paragraphs>195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Rodrigues, Arterio</cp:lastModifiedBy>
  <cp:revision>3</cp:revision>
  <dcterms:created xsi:type="dcterms:W3CDTF">2026-05-13T03:39:30Z</dcterms:created>
  <dcterms:modified xsi:type="dcterms:W3CDTF">2026-05-13T05:01:07Z</dcterms:modified>
</cp:coreProperties>
</file>